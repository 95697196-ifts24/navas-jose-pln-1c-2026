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2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1243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6801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2424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35162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5772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8798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5469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7170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7828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78418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2198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51BBF-1BFD-411C-89A6-702567AA2CD9}" type="datetimeFigureOut">
              <a:rPr lang="es-VE" smtClean="0"/>
              <a:t>1/5/2026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E6D49-557A-4FA2-9372-145DEF4C8EB7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1088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8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73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5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5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83"/>
            <a:ext cx="11584017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1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73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29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579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04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770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19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120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620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692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01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440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Lismary</dc:creator>
  <cp:lastModifiedBy>Lismary</cp:lastModifiedBy>
  <cp:revision>1</cp:revision>
  <dcterms:created xsi:type="dcterms:W3CDTF">2026-05-01T23:37:17Z</dcterms:created>
  <dcterms:modified xsi:type="dcterms:W3CDTF">2026-05-02T01:50:00Z</dcterms:modified>
</cp:coreProperties>
</file>